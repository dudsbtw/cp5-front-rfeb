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o grupo e o objetivo: landing page do app fictício Melodia.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hyperlink" Target="https://dudsbtw.github.io/cp5-front-rfeb/" TargetMode="External"/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ero da landing page Melodia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rcRect l="0" r="0" t="0" b="0"/>
          <a:stretch/>
        </p:blipFill>
        <p:spPr>
          <a:xfrm>
            <a:off x="4206240" y="0"/>
            <a:ext cx="4937760" cy="5143500"/>
          </a:xfrm>
          <a:prstGeom prst="rect">
            <a:avLst/>
          </a:prstGeom>
        </p:spPr>
      </p:pic>
      <p:pic>
        <p:nvPicPr>
          <p:cNvPr id="3" name="Image 1" descr="Íco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48640"/>
            <a:ext cx="457200" cy="4572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57200" y="1234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79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Check-Point 05 · Front-end Design</a:t>
            </a:r>
            <a:endParaRPr lang="en-US" sz="1400" dirty="0"/>
          </a:p>
        </p:txBody>
      </p:sp>
      <p:sp>
        <p:nvSpPr>
          <p:cNvPr id="5" name="Text 1"/>
          <p:cNvSpPr txBox="1"/>
          <p:nvPr/>
        </p:nvSpPr>
        <p:spPr>
          <a:xfrm>
            <a:off x="457200" y="16002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Melodia</a:t>
            </a:r>
            <a:endParaRPr lang="en-US" sz="54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24231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page do app de músicas</a:t>
            </a:r>
            <a:endParaRPr lang="en-US" sz="20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310896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Eduardo Felix Frois Silva - RM 574103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Gabriel Henrique Ongarelli Reis - RM 572636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Matheus de Amorim Brito - RM 572435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Thiago Gomes Nascimento - RM 569436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Vinicius Scalone Ramires - RM 573783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4617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Engenharia de Software · FIAP · Prof. Lucas Sousa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desafio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page para o app de músicas Melodia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640080" cy="640080"/>
          </a:xfrm>
          <a:prstGeom prst="ellipse">
            <a:avLst/>
          </a:prstGeom>
          <a:solidFill>
            <a:srgbClr val="C026D3">
              <a:alpha val="20000"/>
            </a:srgbClr>
          </a:solidFill>
          <a:ln/>
        </p:spPr>
      </p:sp>
      <p:pic>
        <p:nvPicPr>
          <p:cNvPr id="5" name="Image 0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" y="157734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417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Público-alvo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280160" y="17373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Amantes de música, jovens e quem busca novas descobertas.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2514600"/>
            <a:ext cx="640080" cy="640080"/>
          </a:xfrm>
          <a:prstGeom prst="ellipse">
            <a:avLst/>
          </a:prstGeom>
          <a:solidFill>
            <a:srgbClr val="C026D3">
              <a:alpha val="20000"/>
            </a:srgbClr>
          </a:solidFill>
          <a:ln/>
        </p:spPr>
      </p:sp>
      <p:pic>
        <p:nvPicPr>
          <p:cNvPr id="9" name="Image 1" descr="Íco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" y="267462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80160" y="2514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Estilo visual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280160" y="28346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Moderno, clean, cores vibrantes e elementos musicais.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57200" y="3611880"/>
            <a:ext cx="640080" cy="640080"/>
          </a:xfrm>
          <a:prstGeom prst="ellipse">
            <a:avLst/>
          </a:prstGeom>
          <a:solidFill>
            <a:srgbClr val="C026D3">
              <a:alpha val="20000"/>
            </a:srgbClr>
          </a:solidFill>
          <a:ln/>
        </p:spPr>
      </p:sp>
      <p:pic>
        <p:nvPicPr>
          <p:cNvPr id="13" name="Image 2" descr="Ícon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" y="377190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80160" y="36118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Diferenciais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1280160" y="39319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 superior, playlists, novos artistas e interface intuitiva.</a:t>
            </a:r>
            <a:endParaRPr lang="en-US" sz="1200" dirty="0"/>
          </a:p>
        </p:txBody>
      </p:sp>
      <p:pic>
        <p:nvPicPr>
          <p:cNvPr id="16" name="Image 3" descr="Hero da landing page Melodi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417320"/>
            <a:ext cx="4023360" cy="226314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4663440" y="1417320"/>
            <a:ext cx="4023360" cy="2263140"/>
          </a:xfrm>
          <a:prstGeom prst="rect">
            <a:avLst/>
          </a:prstGeom>
          <a:ln w="12700">
            <a:solidFill>
              <a:srgbClr val="1E293B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4663440" y="37947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Hero: título, descrição, CTA "Ouvir Agora" e imagem do 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Tecnologias e ferramentas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417320"/>
            <a:ext cx="594360" cy="594360"/>
          </a:xfrm>
          <a:prstGeom prst="ellipse">
            <a:avLst/>
          </a:prstGeom>
          <a:solidFill>
            <a:srgbClr val="C026D3">
              <a:alpha val="20000"/>
            </a:srgbClr>
          </a:solidFill>
          <a:ln/>
        </p:spPr>
      </p:sp>
      <p:pic>
        <p:nvPicPr>
          <p:cNvPr id="5" name="Image 0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390" y="1565910"/>
            <a:ext cx="297180" cy="2971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1031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HTML5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3957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 semântica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64408" y="118872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93008" y="1417320"/>
            <a:ext cx="594360" cy="594360"/>
          </a:xfrm>
          <a:prstGeom prst="ellipse">
            <a:avLst/>
          </a:prstGeom>
          <a:solidFill>
            <a:srgbClr val="C026D3">
              <a:alpha val="20000"/>
            </a:srgbClr>
          </a:solidFill>
          <a:ln/>
        </p:spPr>
      </p:sp>
      <p:pic>
        <p:nvPicPr>
          <p:cNvPr id="10" name="Image 1" descr="Íco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1598" y="1565910"/>
            <a:ext cx="297180" cy="2971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493008" y="21031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CSS3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3493008" y="23957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Estilos próprios e animações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071616" y="118872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300216" y="1417320"/>
            <a:ext cx="594360" cy="594360"/>
          </a:xfrm>
          <a:prstGeom prst="ellipse">
            <a:avLst/>
          </a:prstGeom>
          <a:solidFill>
            <a:srgbClr val="C026D3">
              <a:alpha val="20000"/>
            </a:srgbClr>
          </a:solidFill>
          <a:ln/>
        </p:spPr>
      </p:sp>
      <p:pic>
        <p:nvPicPr>
          <p:cNvPr id="15" name="Image 2" descr="Ícon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806" y="1565910"/>
            <a:ext cx="297180" cy="2971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00216" y="21031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300216" y="23957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Classes utilitárias e responsividade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57200" y="301752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85800" y="3246120"/>
            <a:ext cx="594360" cy="594360"/>
          </a:xfrm>
          <a:prstGeom prst="ellipse">
            <a:avLst/>
          </a:prstGeom>
          <a:solidFill>
            <a:srgbClr val="C026D3">
              <a:alpha val="20000"/>
            </a:srgbClr>
          </a:solidFill>
          <a:ln/>
        </p:spPr>
      </p:sp>
      <p:pic>
        <p:nvPicPr>
          <p:cNvPr id="20" name="Image 3" descr="Íco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390" y="3394710"/>
            <a:ext cx="297180" cy="29718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85800" y="39319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 Awesome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685800" y="42245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Ícones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3264408" y="301752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3493008" y="3246120"/>
            <a:ext cx="594360" cy="594360"/>
          </a:xfrm>
          <a:prstGeom prst="ellipse">
            <a:avLst/>
          </a:prstGeom>
          <a:solidFill>
            <a:srgbClr val="C026D3">
              <a:alpha val="20000"/>
            </a:srgbClr>
          </a:solidFill>
          <a:ln/>
        </p:spPr>
      </p:sp>
      <p:pic>
        <p:nvPicPr>
          <p:cNvPr id="25" name="Image 4" descr="Ícon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1598" y="3394710"/>
            <a:ext cx="297180" cy="29718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3493008" y="39319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Fonts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3493008" y="42245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 Poppins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071616" y="301752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6300216" y="3246120"/>
            <a:ext cx="594360" cy="594360"/>
          </a:xfrm>
          <a:prstGeom prst="ellipse">
            <a:avLst/>
          </a:prstGeom>
          <a:solidFill>
            <a:srgbClr val="C026D3">
              <a:alpha val="20000"/>
            </a:srgbClr>
          </a:solidFill>
          <a:ln/>
        </p:spPr>
      </p:sp>
      <p:pic>
        <p:nvPicPr>
          <p:cNvPr id="30" name="Image 5" descr="Ícon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8806" y="3394710"/>
            <a:ext cx="297180" cy="29718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300216" y="39319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6300216" y="42245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Menu, áudio e formulário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Organização e estrutura HTML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 (HTML), estilo (CSS) e comportamento (JS) separados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291840" cy="3200400"/>
          </a:xfrm>
          <a:prstGeom prst="roundRect">
            <a:avLst>
              <a:gd name="adj" fmla="val 285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54480"/>
            <a:ext cx="2926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cp5-front-rfeb/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index.html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privacidade.html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css/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style.css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js/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script.js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assets/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img/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audio/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README.md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977640" y="1417320"/>
            <a:ext cx="4709160" cy="2331720"/>
          </a:xfrm>
          <a:prstGeom prst="roundRect">
            <a:avLst>
              <a:gd name="adj" fmla="val 3922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60520" y="1554480"/>
            <a:ext cx="43434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&lt;header id="menu"&gt; menu fixo &lt;/header&gt;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&lt;main&gt;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&lt;section id="inicio"&gt;          Hero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&lt;section id="beneficios"&gt;      Apresentação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&lt;section id="funcionalidades"&gt; Cards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&lt;section id="depoimentos"&gt;     Citações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&lt;section id="contato"&gt;         Formulário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&lt;/main&gt;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&lt;footer&gt; contato, redes, privacidade &lt;/footer&gt;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977640" y="388620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Tags semânticas: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article nos cards, figure + blockquote nos depoimentos. Os ids das sections são usados nos links do menu (href="#contato").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Classes Tailwind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Exemplo: botão "Ouvir Agora"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5448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 class="rounded-full bg-fuchsia-600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px-8 py-3 font-semibold transition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hover:scale-105 hover:bg-fuchsia-500"&gt;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0604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 faz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79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rounded-full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Bordas totalmente arredondadas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061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79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bg-fuchsia-600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 de fundo (rosa vibrante)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061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79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px-8 py-3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Espaçamento interno (padding)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061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79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transition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Anima as mudanças de estilo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061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79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hover:scale-105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Cresce 5% ao passar o mouse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061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 responsivo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first: sem prefixo = celular; sm: md: lg: = telas maiores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544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class="grid gap-6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sm:grid-cols-2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lg:grid-cols-3"&gt;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6060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79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Celular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606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coluna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0175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79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sm: (640px)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194560" y="3017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colunas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4290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79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lg: (1024px)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194560" y="3429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colunas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9319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Menu: hidden md:flex (links) e md:hidden (botão hambúrguer)</a:t>
            </a:r>
            <a:endParaRPr lang="en-US" sz="1200" dirty="0"/>
          </a:p>
        </p:txBody>
      </p:sp>
      <p:pic>
        <p:nvPicPr>
          <p:cNvPr id="13" name="Image 0" descr="Seção de benefícios no computad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417320"/>
            <a:ext cx="2743200" cy="1543050"/>
          </a:xfrm>
          <a:prstGeom prst="rect">
            <a:avLst/>
          </a:prstGeom>
        </p:spPr>
      </p:pic>
      <p:pic>
        <p:nvPicPr>
          <p:cNvPr id="14" name="Image 1" descr="Landing page no celula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417320"/>
            <a:ext cx="1097280" cy="219456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663440" y="3017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Computador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7589520" y="3703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Celular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JavaScript: menu fixo com transparência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4937760" cy="2468880"/>
          </a:xfrm>
          <a:prstGeom prst="roundRect">
            <a:avLst>
              <a:gd name="adj" fmla="val 3704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60020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menu = document.getElementById('menu');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atualizarMenu()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menu.classList.toggle('menu-rolado',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            window.scrollY &gt; 50);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window.addEventListener('scroll', atualizarMenu);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0" y="1234440"/>
            <a:ext cx="411480" cy="411480"/>
          </a:xfrm>
          <a:prstGeom prst="ellipse">
            <a:avLst/>
          </a:prstGeom>
          <a:solidFill>
            <a:srgbClr val="C026D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66928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263640" y="118872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header usa a classe fixed do Tailwind.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0" y="2057400"/>
            <a:ext cx="411480" cy="411480"/>
          </a:xfrm>
          <a:prstGeom prst="ellipse">
            <a:avLst/>
          </a:prstGeom>
          <a:solidFill>
            <a:srgbClr val="C026D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0" y="2057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20116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topo da página ele é transparente.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0" y="2880360"/>
            <a:ext cx="411480" cy="411480"/>
          </a:xfrm>
          <a:prstGeom prst="ellipse">
            <a:avLst/>
          </a:prstGeom>
          <a:solidFill>
            <a:srgbClr val="C026D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669280" y="2880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28346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toggle(classe, condição): rolou mais de 50px, entra .menu-rolado; voltou ao topo, sai.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0" y="3703320"/>
            <a:ext cx="411480" cy="411480"/>
          </a:xfrm>
          <a:prstGeom prst="ellipse">
            <a:avLst/>
          </a:prstGeom>
          <a:solidFill>
            <a:srgbClr val="C026D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669280" y="3703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36576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.menu-rolado (CSS): fundo escuro + backdrop-filter: blur.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JavaScript: áudio e formulário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57200" cy="457200"/>
          </a:xfrm>
          <a:prstGeom prst="ellipse">
            <a:avLst/>
          </a:prstGeom>
          <a:solidFill>
            <a:srgbClr val="C026D3">
              <a:alpha val="20000"/>
            </a:srgbClr>
          </a:solidFill>
          <a:ln/>
        </p:spPr>
      </p:sp>
      <p:pic>
        <p:nvPicPr>
          <p:cNvPr id="4" name="Image 0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257300"/>
            <a:ext cx="228600" cy="228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51560" y="1188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Botão "Ouvir Agora"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57200" y="1737360"/>
            <a:ext cx="3977640" cy="1920240"/>
          </a:xfrm>
          <a:prstGeom prst="roundRect">
            <a:avLst>
              <a:gd name="adj" fmla="val 4762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1874520"/>
            <a:ext cx="3611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btnOuvir.addEventListener('click', () =&gt;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if (audio.paused)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audio.play();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} else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audio.pause();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794760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&lt;audio&gt; do HTML5. Os eventos play/pause trocam o ícone e mostram o equalizador animado.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09160" y="1143000"/>
            <a:ext cx="457200" cy="457200"/>
          </a:xfrm>
          <a:prstGeom prst="ellipse">
            <a:avLst/>
          </a:prstGeom>
          <a:solidFill>
            <a:srgbClr val="C026D3">
              <a:alpha val="20000"/>
            </a:srgbClr>
          </a:solidFill>
          <a:ln/>
        </p:spPr>
      </p:sp>
      <p:pic>
        <p:nvPicPr>
          <p:cNvPr id="10" name="Image 1" descr="Íco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3460" y="125730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03520" y="1188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Formulário de contato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4709160" y="1737360"/>
            <a:ext cx="3977640" cy="1920240"/>
          </a:xfrm>
          <a:prstGeom prst="roundRect">
            <a:avLst>
              <a:gd name="adj" fmla="val 4762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892040" y="1874520"/>
            <a:ext cx="3611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form.addEventListener('submit', (e) =&gt;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e.preventDefault();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if (nome === '') { ...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if (!emailValido) { ...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if (!aceite) { ...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mostrarMensagem('Obrigado!', true);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form.reset();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4709160" y="3794760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preventDefault evita recarregar a página. Valida nome, e-mail (regex) e aceite, mostrando erro ou sucesso.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Decisões de interface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Paleta e tipografia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481328" cy="914400"/>
          </a:xfrm>
          <a:prstGeom prst="roundRect">
            <a:avLst>
              <a:gd name="adj" fmla="val 10000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237744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79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slate-950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65176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21408" y="1371600"/>
            <a:ext cx="1481328" cy="91440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21408" y="237744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79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slate-900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121408" y="265176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Seções / cards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785616" y="1371600"/>
            <a:ext cx="1481328" cy="914400"/>
          </a:xfrm>
          <a:prstGeom prst="roundRect">
            <a:avLst>
              <a:gd name="adj" fmla="val 10000"/>
            </a:avLst>
          </a:prstGeom>
          <a:solidFill>
            <a:srgbClr val="C026D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85616" y="237744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79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fuchsia-600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785616" y="265176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Botões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9824" y="1371600"/>
            <a:ext cx="1481328" cy="914400"/>
          </a:xfrm>
          <a:prstGeom prst="roundRect">
            <a:avLst>
              <a:gd name="adj" fmla="val 10000"/>
            </a:avLst>
          </a:prstGeom>
          <a:solidFill>
            <a:srgbClr val="E879F9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49824" y="237744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79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fuchsia-400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449824" y="265176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Ícones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114032" y="1371600"/>
            <a:ext cx="1481328" cy="914400"/>
          </a:xfrm>
          <a:prstGeom prst="roundRect">
            <a:avLst>
              <a:gd name="adj" fmla="val 10000"/>
            </a:avLst>
          </a:prstGeom>
          <a:solidFill>
            <a:srgbClr val="94A3B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14032" y="237744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79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slate-400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114032" y="265176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secundário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20040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33375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Fundo escuro + rosa vibrante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37947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Lembra palco/show e combina com o público jovem.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64408" y="320040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447288" y="33375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Seções alternadas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3447288" y="37947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slate-950 e slate-900 separam as partes sem linhas.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71616" y="320040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54496" y="33375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Consistência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254496" y="37947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Mesmo card, mesmo espaçamento (py-20) e fonte Poppins.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Testes e deploy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640080" cy="640080"/>
          </a:xfrm>
          <a:prstGeom prst="ellipse">
            <a:avLst/>
          </a:prstGeom>
          <a:solidFill>
            <a:srgbClr val="C026D3">
              <a:alpha val="20000"/>
            </a:srgbClr>
          </a:solidFill>
          <a:ln/>
        </p:spPr>
      </p:sp>
      <p:pic>
        <p:nvPicPr>
          <p:cNvPr id="4" name="Image 0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" y="1348740"/>
            <a:ext cx="320040" cy="3200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188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Responsividade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280160" y="151790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Celular (390px), tablet e computador (1280px), sem rolagem horizontal.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2148840"/>
            <a:ext cx="640080" cy="640080"/>
          </a:xfrm>
          <a:prstGeom prst="ellipse">
            <a:avLst/>
          </a:prstGeom>
          <a:solidFill>
            <a:srgbClr val="C026D3">
              <a:alpha val="20000"/>
            </a:srgbClr>
          </a:solidFill>
          <a:ln/>
        </p:spPr>
      </p:sp>
      <p:pic>
        <p:nvPicPr>
          <p:cNvPr id="8" name="Image 1" descr="Íco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" y="2308860"/>
            <a:ext cx="320040" cy="3200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0160" y="2148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Funcionalidades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1280160" y="247802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 mobile, botão de áudio e todos os casos do formulário.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57200" y="3108960"/>
            <a:ext cx="640080" cy="640080"/>
          </a:xfrm>
          <a:prstGeom prst="ellipse">
            <a:avLst/>
          </a:prstGeom>
          <a:solidFill>
            <a:srgbClr val="C026D3">
              <a:alpha val="20000"/>
            </a:srgbClr>
          </a:solidFill>
          <a:ln/>
        </p:spPr>
      </p:sp>
      <p:pic>
        <p:nvPicPr>
          <p:cNvPr id="12" name="Image 2" descr="Ícon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" y="32689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80160" y="3108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Pages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1280160" y="343814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 → Pages → Deploy from a branch → main / (root).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57200" y="416052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C026D3">
              <a:alpha val="20000"/>
            </a:srgbClr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16" name="Text 11">
            <a:hlinkClick r:id="rId4" tooltip=""/>
          </p:cNvPr>
          <p:cNvSpPr txBox="1"/>
          <p:nvPr/>
        </p:nvSpPr>
        <p:spPr>
          <a:xfrm>
            <a:off x="457200" y="4160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u="sng" dirty="0">
                <a:solidFill>
                  <a:srgbClr val="E879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https://dudsbtw.github.io/cp5-front-rfeb/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1097280"/>
            <a:ext cx="731520" cy="731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1965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Obrigado!</a:t>
            </a:r>
            <a:endParaRPr lang="en-US" sz="4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788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Melodia: Sua Música, Sua Forma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Eduardo · Gabriel · Matheus · Thiago · Vinicius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Melodia - Landing Page (CP5 Front-end)</dc:title>
  <dc:subject>PptxGenJS Presentation</dc:subject>
  <dc:creator>PptxGenJS</dc:creator>
  <cp:lastModifiedBy>PptxGenJS</cp:lastModifiedBy>
  <cp:revision>1</cp:revision>
  <dcterms:created xsi:type="dcterms:W3CDTF">2026-09-25T20:33:23Z</dcterms:created>
  <dcterms:modified xsi:type="dcterms:W3CDTF">2026-09-25T20:33:23Z</dcterms:modified>
</cp:coreProperties>
</file>